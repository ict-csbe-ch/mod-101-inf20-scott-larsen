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23DAD6-5D47-4168-91DB-506956E81E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Meine </a:t>
            </a:r>
            <a:r>
              <a:rPr lang="de-CH" dirty="0" err="1"/>
              <a:t>website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3349B49-AC61-4945-AC06-B136C67F2A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54975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09C845-3BC7-4F62-9456-C1F89B58A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inhaltsverzeichnis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D8E646-EBAB-438B-89DD-63D4D62B1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Anfang vom Ende</a:t>
            </a:r>
          </a:p>
          <a:p>
            <a:r>
              <a:rPr lang="de-CH" dirty="0"/>
              <a:t>Home</a:t>
            </a:r>
          </a:p>
          <a:p>
            <a:r>
              <a:rPr lang="de-CH" dirty="0"/>
              <a:t>Spiele</a:t>
            </a:r>
          </a:p>
          <a:p>
            <a:r>
              <a:rPr lang="de-CH" dirty="0"/>
              <a:t>Demo </a:t>
            </a:r>
            <a:r>
              <a:rPr lang="de-CH" dirty="0" err="1"/>
              <a:t>undGameplay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85861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1C45B1-351D-44AB-94CF-6F08A6B2F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Anfang vom Ende</a:t>
            </a:r>
            <a:br>
              <a:rPr lang="de-CH" dirty="0"/>
            </a:b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FBB23B-332B-44F6-811C-6AA1B14C3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  <a:p>
            <a:r>
              <a:rPr lang="de-CH" dirty="0" err="1"/>
              <a:t>WebStorm</a:t>
            </a:r>
            <a:r>
              <a:rPr lang="de-CH" dirty="0"/>
              <a:t> </a:t>
            </a:r>
          </a:p>
          <a:p>
            <a:r>
              <a:rPr lang="de-CH" dirty="0"/>
              <a:t>GitHub (Microsoft)</a:t>
            </a:r>
          </a:p>
          <a:p>
            <a:r>
              <a:rPr lang="de-CH" dirty="0" err="1"/>
              <a:t>Html</a:t>
            </a:r>
            <a:r>
              <a:rPr lang="de-CH" dirty="0"/>
              <a:t> &amp; </a:t>
            </a:r>
            <a:r>
              <a:rPr lang="de-CH" dirty="0" err="1"/>
              <a:t>Css</a:t>
            </a:r>
            <a:r>
              <a:rPr lang="de-CH" dirty="0"/>
              <a:t> &amp; JavaScript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147812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A28315-B018-4AF8-A722-CD01FB560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Home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81F1F6-919E-4FED-BEFD-F330FBD5E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Das ist die Website mit den Informationen was ich ihnen heute zeigen werde und um was es geht.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674676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13F06E-6B24-4424-A835-18B2DEF0F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Spiele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11C302-A567-4628-8542-6DFF40450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 err="1"/>
              <a:t>Valhalla</a:t>
            </a:r>
            <a:endParaRPr lang="de-CH" dirty="0"/>
          </a:p>
          <a:p>
            <a:r>
              <a:rPr lang="de-CH" dirty="0"/>
              <a:t>The Witcher</a:t>
            </a:r>
          </a:p>
          <a:p>
            <a:r>
              <a:rPr lang="de-CH" dirty="0"/>
              <a:t>Cyberpunk2077</a:t>
            </a:r>
          </a:p>
          <a:p>
            <a:r>
              <a:rPr lang="de-CH" dirty="0"/>
              <a:t>Cod</a:t>
            </a:r>
          </a:p>
        </p:txBody>
      </p:sp>
    </p:spTree>
    <p:extLst>
      <p:ext uri="{BB962C8B-B14F-4D97-AF65-F5344CB8AC3E}">
        <p14:creationId xmlns:p14="http://schemas.microsoft.com/office/powerpoint/2010/main" val="782031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F838EF-9F24-4FD5-9AF3-A36545B73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Demo Gameplay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EFA121-DB13-48DE-915E-36FC45A65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Demo </a:t>
            </a:r>
          </a:p>
        </p:txBody>
      </p:sp>
    </p:spTree>
    <p:extLst>
      <p:ext uri="{BB962C8B-B14F-4D97-AF65-F5344CB8AC3E}">
        <p14:creationId xmlns:p14="http://schemas.microsoft.com/office/powerpoint/2010/main" val="3121921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7E231E-306A-40A3-B385-212B2ADE1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Ende </a:t>
            </a:r>
            <a:r>
              <a:rPr lang="de-CH" dirty="0" err="1"/>
              <a:t>om</a:t>
            </a:r>
            <a:r>
              <a:rPr lang="de-CH" dirty="0"/>
              <a:t> Anfang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6852C9-8C8C-4A3A-A346-051670468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Ende</a:t>
            </a:r>
          </a:p>
        </p:txBody>
      </p:sp>
    </p:spTree>
    <p:extLst>
      <p:ext uri="{BB962C8B-B14F-4D97-AF65-F5344CB8AC3E}">
        <p14:creationId xmlns:p14="http://schemas.microsoft.com/office/powerpoint/2010/main" val="6950874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{14EBD093-E87B-4E2A-9A10-BAC8001D766E}tf16401375</Template>
  <TotalTime>0</TotalTime>
  <Words>57</Words>
  <Application>Microsoft Office PowerPoint</Application>
  <PresentationFormat>Breitbild</PresentationFormat>
  <Paragraphs>22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Arial</vt:lpstr>
      <vt:lpstr>MS Shell Dlg 2</vt:lpstr>
      <vt:lpstr>Wingdings</vt:lpstr>
      <vt:lpstr>Wingdings 3</vt:lpstr>
      <vt:lpstr>Madison</vt:lpstr>
      <vt:lpstr>Meine website</vt:lpstr>
      <vt:lpstr>inhaltsverzeichnis</vt:lpstr>
      <vt:lpstr>Anfang vom Ende </vt:lpstr>
      <vt:lpstr>Home</vt:lpstr>
      <vt:lpstr>Spiele</vt:lpstr>
      <vt:lpstr>Demo Gameplay</vt:lpstr>
      <vt:lpstr>Ende om Anfang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Meine website</dc:title>
  <dc:creator>Scott x</dc:creator>
  <cp:lastModifiedBy>Scott x</cp:lastModifiedBy>
  <cp:revision>3</cp:revision>
  <dcterms:created xsi:type="dcterms:W3CDTF">2020-12-18T11:56:18Z</dcterms:created>
  <dcterms:modified xsi:type="dcterms:W3CDTF">2020-12-18T14:34:23Z</dcterms:modified>
</cp:coreProperties>
</file>